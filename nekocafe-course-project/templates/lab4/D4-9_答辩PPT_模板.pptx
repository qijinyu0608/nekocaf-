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88952" cy="73152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1A7A3D"/>
                </a:solidFill>
                <a:latin typeface="Microsoft YaHei"/>
              </a:rPr>
              <a:t>实验四  软件质量工程与 AI 辅助代码审查</a:t>
            </a:r>
          </a:p>
          <a:p>
            <a:pPr algn="ctr"/>
            <a:r>
              <a:rPr sz="1800">
                <a:solidFill>
                  <a:srgbClr val="777777"/>
                </a:solidFill>
                <a:latin typeface="Microsoft YaHei"/>
              </a:rPr>
              <a:t>NekoCafé 项目  |  课程总评汇报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质量目标与策略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ISO 25010 选取维度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量化目标值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测试金字塔实施情况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各层用例数与跑时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单元/契约/集成测试亮点（一）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PBT 与变异测试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单元/契约/集成测试亮点（二）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Pact 契约 + Testcontainers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E2E 用户旅程演示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3 条核心旅程录屏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性能压测曲线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RT / TPS / 错误率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安全扫描发现与修复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Top 风险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已合入修复 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AI 评审三轮成果对比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R1 / R2 / R3 意见数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AI 评审 vs 静态分析有效性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采纳率 / 误报率 / 漏报率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缺陷台账总览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10+ 缺陷分类分布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Bug Bash 改进措施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5 项行动项 + 负责人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覆盖率 / 变异分数 / 质量门禁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关键指标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课程整体复盘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四个实验串联收获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谢谢！欢迎提问。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