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实验一：智能化需求工程与 UML 建模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5C5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NekoCafé 猫咪主题餐饮预约平台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计算机23-2  231002208  戚晋瑜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6F4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统一案例贯穿四次软件工程实验</a:t>
            </a:r>
            <a:endParaRPr lang="en-US" sz="1600" dirty="0"/>
          </a:p>
        </p:txBody>
      </p:sp>
      <p:pic>
        <p:nvPicPr>
          <p:cNvPr id="7" name="Image 0" descr="/Users/qijinyu.0608/Documents/software-engineering-labs-2026-spring/nekocafe-course-project/docs/lab1/exports/计算机23-2_231002208_戚晋瑜_实验一_UMLModels_v1.0/usecase/U01_主用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0160"/>
            <a:ext cx="42062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个人分工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以个人提交口径组织实验一交付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需求获取与 AI 访谈脚本设计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FR/NFR 主表、Glossary、RTM 建立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UML 图集、SRS、验证报告与 AI 记录定稿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918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E5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6B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本页以结论 + 证据结构呈现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案例与干系人地图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统一案例作为四次实验唯一业务背景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顾客关注预约便捷、价格透明与互动体验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店员关注排台效率、异常处理与健康打卡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运营总监关注跨店经营、活动效果与合规审计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.build/priority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需求获取过程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AI 扩面，人工定边界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先按顾客、店员、运营总监三类角色生成访谈大纲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再完成 4 轮模拟访谈并归并 30+10 条需求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最后通过 MoSCoW、Glossary、RTM 收敛基线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.build/onion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需求清单概览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功能需求与非功能需求同源整理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功能需求 30 条，覆盖会员、预约、运营、猫咪健康等能力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非功能需求 10 条，覆盖性能、可靠性、安全性、易用性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所有功能需求均附 Given-When-Then 验收准则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918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E5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6B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本页以结论 + 证据结构呈现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主用例图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顾客、店员、运营三条主链路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主图覆盖预约、会员、排台、健康打卡、运营分析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子图继续拆出会员域与预约域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推荐与通知通过 include / extend 关系表达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exports/计算机23-2_231002208_戚晋瑜_实验一_UMLModels_v1.0/usecase/U01_主用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活动与顺序图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从流程到跨服务调用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活动图说明桌位预约和猫咪健康打卡的控制流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顺序图说明预约创建与店员到店处理的调用链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为实验二服务拆分与实验三 PoC 提供直接输入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exports/计算机23-2_231002208_戚晋瑜_实验一_UMLModels_v1.0/activity/A01_桌位预约活动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类图与状态图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实体、关系与生命周期闭环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领域类图保留 16 个核心实体，支持后续服务拆分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订单状态机覆盖待确认、已确认、已到店、已入座、已离店、已取消、已爽约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图稿与 RTM 保持双向追溯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exports/计算机23-2_231002208_戚晋瑜_实验一_UMLModels_v1.0/class/C01_领域类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非功能需求与合规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性能与合规作为架构驱动力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预约主链路要求 5000 QPS 与 99.9% SLA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个人信息处理需符合个保法并具备审计留痕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店员后台需支持异常颜色区分和移动端兼容性</a:t>
            </a:r>
            <a:endParaRPr lang="en-US" sz="1600" dirty="0"/>
          </a:p>
        </p:txBody>
      </p:sp>
      <p:pic>
        <p:nvPicPr>
          <p:cNvPr id="8" name="Image 0" descr="/Users/qijinyu.0608/Documents/software-engineering-labs-2026-spring/nekocafe-course-project/docs/lab1/exports/计算机23-2_231002208_戚晋瑜_实验一_UMLModels_v1.0/state/T01_订单状态机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需求验证发现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二义性、冲突、缺失三类问题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桌位偏好、取消/爽约规则、推荐解释性是初稿主要问题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通知失败重试和猫咪异常分流被补充进基线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除活动授权边界外，requirements-v1.0 可冻结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918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E5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6B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本页以结论 + 证据结构呈现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后续实验输入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实验一向实验二到实验四持续供数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实验二继续沿用 FR/NFR/UC/BC/SVC/TC 编号体系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实验三聚焦 member-service 与 reservation-service 两个核心服务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实验四在同一 RTM 上回填测试用例和缺陷追踪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918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E5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6B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本页以结论 + 证据结构呈现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2F2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Q&amp;A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欢迎围绕需求、图稿与追溯链继续追问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463040" cy="731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可继续展开单个用例的流程细节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可进一步解释某张 UML 图与需求的映射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• 也可继续补最终 PDF / ZIP 提交态产物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918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E5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6B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本页以结论 + 证据结构呈现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北京林业大学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NekoCafé 实验一答辩</dc:title>
  <dc:subject>实验一答辩PPT</dc:subject>
  <dc:creator>戚晋瑜</dc:creator>
  <cp:lastModifiedBy>戚晋瑜</cp:lastModifiedBy>
  <cp:revision>1</cp:revision>
  <dcterms:created xsi:type="dcterms:W3CDTF">2026-05-07T08:05:17Z</dcterms:created>
  <dcterms:modified xsi:type="dcterms:W3CDTF">2026-05-07T08:05:17Z</dcterms:modified>
</cp:coreProperties>
</file>