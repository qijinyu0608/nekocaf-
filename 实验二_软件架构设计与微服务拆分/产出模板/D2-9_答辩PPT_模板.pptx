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73152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1A7A3D"/>
                </a:solidFill>
                <a:latin typeface="Microsoft YaHei"/>
              </a:rPr>
              <a:t>实验二  软件架构设计与微服务拆分</a:t>
            </a:r>
          </a:p>
          <a:p>
            <a:pPr algn="ctr"/>
            <a:r>
              <a:rPr sz="1800">
                <a:solidFill>
                  <a:srgbClr val="777777"/>
                </a:solidFill>
                <a:latin typeface="Microsoft YaHei"/>
              </a:rPr>
              <a:t>NekoCafé 项目  |  小组答辩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关键质量属性回顾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Top-10 QAS 摘要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效用树关键叶子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事件风暴亮点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领域事件 30+ 条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三阶段方法应用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上下文映射图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6 个限界上下文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关系类型一览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C4 - L1 系统上下文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内部系统与 4 类外部依赖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C4 - L2 容器图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微服务划分 / 网关 / 数据存储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C4 - L3 组件图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预约服务组件级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会员服务组件级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两套方案对比矩阵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模块化单体 vs 微服务+事件驱动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QAS 表现对比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ATAM 关键发现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敏感点 / 权衡点 / 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接口契约示例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关键端点 + 鉴权 / 限流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数据合规策略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跨境字段标记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数据生命周期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演进路线图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M1 / M2 / M3 一图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风险与对策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Top 5 风险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对应缓解措施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下一阶段（实验三）输入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核心微服务列表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部署形态期望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icrosoft YaHei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2B2B2B"/>
                </a:solidFill>
                <a:latin typeface="Microsoft YaHei"/>
              </a:rPr>
              <a:t>• 谢谢！欢迎提问。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99999"/>
                </a:solidFill>
                <a:latin typeface="Microsoft YaHe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