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A7A3D"/>
                </a:solidFill>
                <a:latin typeface="Microsoft YaHei"/>
              </a:rPr>
              <a:t>实验一  需求工程与 UML 建模</a:t>
            </a:r>
          </a:p>
          <a:p>
            <a:pPr algn="ctr"/>
            <a:r>
              <a:rPr sz="1800">
                <a:solidFill>
                  <a:srgbClr val="777777"/>
                </a:solidFill>
                <a:latin typeface="Microsoft YaHei"/>
              </a:rPr>
              <a:t>NekoCafé 项目  |  小组答辩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团队分工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组长：______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建模：______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访谈：______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撰写：______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案例理解与干系人地图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NekoCafé 业务背景概述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5 类干系人与关注点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本次需求范围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需求获取过程（含 AI 使用亮点）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访谈方式占比：人工 / AI 模拟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关键 Prompt 与迭代理由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获得的洞察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需求清单概览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功能需求 30+ 条 / 非功能 10+ 条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MoSCoW 分布饼图占位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用例图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主用例图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关键 include / extend 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类图与领域模型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核心实体与关系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设计取舍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顺序图与状态图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关键场景顺序图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订单状态机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非功能需求与合规性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性能 / 可用性 / 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需求验证发现的典型问题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二义性 N 处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冲突 N 处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缺失 N 处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处置情况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风险与下一阶段输入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未解决的 TBD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需要架构阶段回答的问题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谢谢！欢迎提问。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