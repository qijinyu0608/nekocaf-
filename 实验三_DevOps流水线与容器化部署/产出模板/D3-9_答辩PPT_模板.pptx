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73152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A7A3D"/>
                </a:solidFill>
                <a:latin typeface="Microsoft YaHei"/>
              </a:rPr>
              <a:t>实验三  DevOps 流水线与容器化部署</a:t>
            </a:r>
          </a:p>
          <a:p>
            <a:pPr algn="ctr"/>
            <a:r>
              <a:rPr sz="1800">
                <a:solidFill>
                  <a:srgbClr val="777777"/>
                </a:solidFill>
                <a:latin typeface="Microsoft YaHei"/>
              </a:rPr>
              <a:t>NekoCafé 项目  |  小组答辩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目标与挑战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CTO 三条硬规则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本组解决思路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总体流水线图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一图讲完 commit → prod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Mermaid 截图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容器化关键决策（一）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基础镜像选型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多阶段构建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容器化关键决策（二）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镜像大小 / 构建时长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安全扫描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CI 流水线设计与亮点（一）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7 阶段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&lt; 10 min 时长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CI 流水线设计与亮点（二）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缓存策略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PR 评论自动化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CD 与渐进式发布（一）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蓝绿 / 金丝雀对比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为何选金丝雀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CD 与渐进式发布（二）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自动回滚阈值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一键回滚演示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可观测性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QPS / P99 / 错误率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资源使用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DORA 指标趋势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两周折线图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与行业对标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安全基线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Secret 注入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SAST / 容器扫描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踩坑与改进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Top 3 坑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已落地的改进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下一阶段（实验四）输入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流水线已就位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等待测试质量介入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谢谢！欢迎提问。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